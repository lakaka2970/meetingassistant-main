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Relationship Id="rId3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Pr>
            <p:ph type="body" idx="1"/>
          </p:nvPr>
        </p:nvSpPr>
        <p:txBody>
          <a:bodyPr/>
          <a:p>
            <a:r>
              <a:t>这里要强调离线运行</a:t>
            </a:r>
          </a:p>
        </p:txBody>
      </p:sp>
      <p:sp>
        <p:nvSpPr>
          <p:nvPr>
            <p:ph type="sldNum" idx="5"/>
          </p:nvPr>
        </p:nvSpPr>
        <p:txBody>
          <a:bodyPr/>
          <a:p>
            <a:fld type="slidenum">
              <a:t>1</a:t>
            </a:fld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bodyPr/>
          <a:p>
            <a:r>
              <a:t>项目背景</a:t>
            </a:r>
          </a:p>
        </p:txBody>
      </p:sp>
      <p:sp>
        <p:txBody>
          <a:bodyPr/>
          <a:p>
            <a:r>
              <a:t>离线转录，无需联网</a:t>
            </a:r>
          </a:p>
        </p:txBody>
      </p:sp>
      <p:graphicFrame>
        <a:graphic>
          <a:graphicData>
            <a:tbl>
              <a:tr>
                <a:tc>
                  <a:txBody>
                    <a:bodyPr/>
                    <a:p>
                      <a:r>
                        <a:t>指标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数值</a:t>
                      </a:r>
                    </a:p>
                  </a:txBody>
                </a:tc>
              </a:tr>
              <a:tr>
                <a:tc>
                  <a:txBody>
                    <a:bodyPr/>
                    <a:p>
                      <a:r>
                        <a:t>延迟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320ms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bodyPr/>
          <a:p>
            <a:r>
              <a:t>评测方法</a:t>
            </a:r>
          </a:p>
        </p:txBody>
      </p:sp>
    </p:spTree>
  </p:cSld>
</p:sld>
</file>